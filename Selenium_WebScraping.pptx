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457200"/>
            <a:ext cx="2926080" cy="2011680"/>
          </a:xfrm>
          <a:prstGeom prst="roundRect">
            <a:avLst>
              <a:gd name="adj" fmla="val 6818"/>
            </a:avLst>
          </a:prstGeom>
          <a:solidFill>
            <a:srgbClr val="11182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57200"/>
            <a:ext cx="2926080" cy="32004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4" name="Shape 2"/>
          <p:cNvSpPr/>
          <p:nvPr/>
        </p:nvSpPr>
        <p:spPr>
          <a:xfrm>
            <a:off x="6053328" y="530352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" name="Shape 3"/>
          <p:cNvSpPr/>
          <p:nvPr/>
        </p:nvSpPr>
        <p:spPr>
          <a:xfrm>
            <a:off x="6263640" y="530352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6473952" y="530352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7" name="Shape 5"/>
          <p:cNvSpPr/>
          <p:nvPr/>
        </p:nvSpPr>
        <p:spPr>
          <a:xfrm>
            <a:off x="6720840" y="548640"/>
            <a:ext cx="2011680" cy="128016"/>
          </a:xfrm>
          <a:prstGeom prst="roundRect">
            <a:avLst>
              <a:gd name="adj" fmla="val 35714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0" y="896112"/>
            <a:ext cx="2743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selenium.scrape(data)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5486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48640" y="137160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2194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vs Dynamic  -  WebDriver  -  Elements  -  Waits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1572768" cy="384048"/>
          </a:xfrm>
          <a:prstGeom prst="roundRect">
            <a:avLst>
              <a:gd name="adj" fmla="val 47619"/>
            </a:avLst>
          </a:prstGeom>
          <a:solidFill>
            <a:srgbClr val="1E2761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3464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vs Dynamic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21992" y="2834640"/>
            <a:ext cx="1572768" cy="384048"/>
          </a:xfrm>
          <a:prstGeom prst="roundRect">
            <a:avLst>
              <a:gd name="adj" fmla="val 47619"/>
            </a:avLst>
          </a:prstGeom>
          <a:solidFill>
            <a:srgbClr val="1E2761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21992" y="283464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Setup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95344" y="2834640"/>
            <a:ext cx="1572768" cy="384048"/>
          </a:xfrm>
          <a:prstGeom prst="roundRect">
            <a:avLst>
              <a:gd name="adj" fmla="val 47619"/>
            </a:avLst>
          </a:prstGeom>
          <a:solidFill>
            <a:srgbClr val="1E2761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95344" y="283464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Elements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68696" y="2834640"/>
            <a:ext cx="1572768" cy="384048"/>
          </a:xfrm>
          <a:prstGeom prst="roundRect">
            <a:avLst>
              <a:gd name="adj" fmla="val 47619"/>
            </a:avLst>
          </a:prstGeom>
          <a:solidFill>
            <a:srgbClr val="1E2761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68696" y="283464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242048" y="2834640"/>
            <a:ext cx="1572768" cy="384048"/>
          </a:xfrm>
          <a:prstGeom prst="roundRect">
            <a:avLst>
              <a:gd name="adj" fmla="val 47619"/>
            </a:avLst>
          </a:prstGeom>
          <a:solidFill>
            <a:srgbClr val="1E2761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42048" y="283464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requests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 vs  Dynamic Websites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69080" cy="3657600"/>
          </a:xfrm>
          <a:prstGeom prst="roundRect">
            <a:avLst>
              <a:gd name="adj" fmla="val 2500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Website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7033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62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828800"/>
            <a:ext cx="3493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HTML already has 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87168"/>
            <a:ext cx="37033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620">
            <a:solidFill>
              <a:srgbClr val="BBF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487168"/>
            <a:ext cx="3493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requests + BeautifulSoup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45536"/>
            <a:ext cx="37033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620">
            <a:solidFill>
              <a:srgbClr val="BBF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3145536"/>
            <a:ext cx="3493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Faster to scrape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803904"/>
            <a:ext cx="37033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620">
            <a:solidFill>
              <a:srgbClr val="BBF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803904"/>
            <a:ext cx="3493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browser needed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4348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books.toscrape.com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1097280"/>
            <a:ext cx="4069080" cy="3657600"/>
          </a:xfrm>
          <a:prstGeom prst="roundRect">
            <a:avLst>
              <a:gd name="adj" fmla="val 250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18872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Website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983480" y="1828800"/>
            <a:ext cx="37033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1828800"/>
            <a:ext cx="3493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JS loads content later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83480" y="2487168"/>
            <a:ext cx="37033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93208" y="2487168"/>
            <a:ext cx="3493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Needs Selenium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83480" y="3145536"/>
            <a:ext cx="37033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93208" y="3145536"/>
            <a:ext cx="3493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Slower (browser needed)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83480" y="3803904"/>
            <a:ext cx="37033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93208" y="3803904"/>
            <a:ext cx="34930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AJAX / API calls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44348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quotes.toscrape.com/js/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requests Fails  &amp;  What is Selenium?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3657600"/>
          </a:xfrm>
          <a:prstGeom prst="roundRect">
            <a:avLst>
              <a:gd name="adj" fmla="val 2500"/>
            </a:avLst>
          </a:prstGeom>
          <a:solidFill>
            <a:srgbClr val="FEF2F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88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Cannot: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6576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91640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Execute JavaScript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221992"/>
            <a:ext cx="36576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221992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Click buttons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752344"/>
            <a:ext cx="36576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752344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Scroll the page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36576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282696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Wait for AJAX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813048"/>
            <a:ext cx="36576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813048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See dynamic data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343400"/>
            <a:ext cx="3657600" cy="320040"/>
          </a:xfrm>
          <a:prstGeom prst="roundRect">
            <a:avLst>
              <a:gd name="adj" fmla="val 17143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43400"/>
            <a:ext cx="3493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id="quotes"&gt;&lt;/div&gt;  empty!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1097280"/>
            <a:ext cx="4023360" cy="3657600"/>
          </a:xfrm>
          <a:prstGeom prst="roundRect">
            <a:avLst>
              <a:gd name="adj" fmla="val 2500"/>
            </a:avLst>
          </a:prstGeom>
          <a:solidFill>
            <a:srgbClr val="ECFDF5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188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Can: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0" y="1691640"/>
            <a:ext cx="3657600" cy="41148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38928" y="1691640"/>
            <a:ext cx="3456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Open real browser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2176272"/>
            <a:ext cx="3657600" cy="41148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8928" y="2176272"/>
            <a:ext cx="3456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Execute JavaScript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2660904"/>
            <a:ext cx="3657600" cy="41148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2660904"/>
            <a:ext cx="3456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Click buttons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3145536"/>
            <a:ext cx="3657600" cy="41148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8928" y="3145536"/>
            <a:ext cx="3456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Fill forms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0" y="3630168"/>
            <a:ext cx="3657600" cy="41148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38928" y="3630168"/>
            <a:ext cx="3456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Scroll pages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0" y="4114800"/>
            <a:ext cx="3657600" cy="41148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38928" y="4114800"/>
            <a:ext cx="3456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Extract dynamic data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WebDriver  &amp;  Basic Setup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474720" cy="3657600"/>
          </a:xfrm>
          <a:prstGeom prst="roundRect">
            <a:avLst>
              <a:gd name="adj" fmla="val 2632"/>
            </a:avLst>
          </a:prstGeom>
          <a:solidFill>
            <a:srgbClr val="EDE9FE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704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WebDriver Flow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719072"/>
            <a:ext cx="2834640" cy="530352"/>
          </a:xfrm>
          <a:prstGeom prst="roundRect">
            <a:avLst>
              <a:gd name="adj" fmla="val 13793"/>
            </a:avLst>
          </a:prstGeom>
          <a:solidFill>
            <a:srgbClr val="0A0E1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19072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0" y="224942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404872"/>
            <a:ext cx="2834640" cy="530352"/>
          </a:xfrm>
          <a:prstGeom prst="roundRect">
            <a:avLst>
              <a:gd name="adj" fmla="val 13793"/>
            </a:avLst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404872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45920" y="293522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090672"/>
            <a:ext cx="2834640" cy="530352"/>
          </a:xfrm>
          <a:prstGeom prst="roundRect">
            <a:avLst>
              <a:gd name="adj" fmla="val 13793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090672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WebDriver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45920" y="362102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3776472"/>
            <a:ext cx="2834640" cy="530352"/>
          </a:xfrm>
          <a:prstGeom prst="roundRect">
            <a:avLst>
              <a:gd name="adj" fmla="val 13793"/>
            </a:avLst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776472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Chrome/Edge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0" y="1097280"/>
            <a:ext cx="4754880" cy="365760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4251960" y="118872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Basic Commands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51960" y="1600200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51960" y="1778508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selenium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51960" y="1956816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51960" y="2135124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Import &amp; Open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51960" y="2313432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selenium import webdriver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51960" y="2491740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 = webdriver.Chrome()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51960" y="2670048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51960" y="2848356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Navigate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51960" y="3026664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driver.get("https://example.com")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51960" y="3204972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51960" y="3383280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Info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251960" y="3561588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driver.title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51960" y="3739896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driver.current_url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251960" y="3918204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driver.page_source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51960" y="4096512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251960" y="4274820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Close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51960" y="4453128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driver.quit()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Elements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2743200" cy="502920"/>
          </a:xfrm>
          <a:prstGeom prst="rect">
            <a:avLst/>
          </a:prstGeom>
          <a:solidFill>
            <a:srgbClr val="0A0E1A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17520" y="1078992"/>
            <a:ext cx="6126480" cy="502920"/>
          </a:xfrm>
          <a:prstGeom prst="rect">
            <a:avLst/>
          </a:prstGeom>
          <a:solidFill>
            <a:srgbClr val="0A0E1A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114300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627632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916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1627632"/>
            <a:ext cx="6126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169164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find_element("id", "username")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176272"/>
            <a:ext cx="274320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402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name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17520" y="2176272"/>
            <a:ext cx="612648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224028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find_element("class name", "btn")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724912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8892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name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17520" y="2724912"/>
            <a:ext cx="6126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278892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find_element("tag name", "h1")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273552"/>
            <a:ext cx="274320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3756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selector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017520" y="3273552"/>
            <a:ext cx="612648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0" y="333756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find_element("css selector", ".card")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822192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8862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xpath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017520" y="3822192"/>
            <a:ext cx="6126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0" y="388620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find_element("xpath", "//h1")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370832"/>
            <a:ext cx="274320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4348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017520" y="4370832"/>
            <a:ext cx="612648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0" y="443484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find_element("name", "email")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" y="49560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5230368"/>
            <a:ext cx="2057400" cy="411480"/>
          </a:xfrm>
          <a:prstGeom prst="roundRect">
            <a:avLst>
              <a:gd name="adj" fmla="val 15556"/>
            </a:avLst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" y="52303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element.text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487168" y="5230368"/>
            <a:ext cx="2057400" cy="411480"/>
          </a:xfrm>
          <a:prstGeom prst="roundRect">
            <a:avLst>
              <a:gd name="adj" fmla="val 15556"/>
            </a:avLst>
          </a:prstGeom>
          <a:solidFill>
            <a:srgbClr val="1E293B"/>
          </a:solidFill>
          <a:ln/>
        </p:spPr>
      </p:sp>
      <p:sp>
        <p:nvSpPr>
          <p:cNvPr id="36" name="Text 34"/>
          <p:cNvSpPr/>
          <p:nvPr/>
        </p:nvSpPr>
        <p:spPr>
          <a:xfrm>
            <a:off x="2560320" y="52303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element.get_attribute("href")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00016" y="5230368"/>
            <a:ext cx="2057400" cy="411480"/>
          </a:xfrm>
          <a:prstGeom prst="roundRect">
            <a:avLst>
              <a:gd name="adj" fmla="val 15556"/>
            </a:avLst>
          </a:prstGeom>
          <a:solidFill>
            <a:srgbClr val="1E293B"/>
          </a:solidFill>
          <a:ln/>
        </p:spPr>
      </p:sp>
      <p:sp>
        <p:nvSpPr>
          <p:cNvPr id="38" name="Text 36"/>
          <p:cNvSpPr/>
          <p:nvPr/>
        </p:nvSpPr>
        <p:spPr>
          <a:xfrm>
            <a:off x="4773168" y="52303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element.click()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912864" y="5230368"/>
            <a:ext cx="2057400" cy="411480"/>
          </a:xfrm>
          <a:prstGeom prst="roundRect">
            <a:avLst>
              <a:gd name="adj" fmla="val 15556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986016" y="52303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element.send_keys("hi")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Waits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8595360" cy="566928"/>
          </a:xfrm>
          <a:prstGeom prst="roundRect">
            <a:avLst>
              <a:gd name="adj" fmla="val 12903"/>
            </a:avLst>
          </a:prstGeom>
          <a:solidFill>
            <a:srgbClr val="FEF2F2"/>
          </a:solidFill>
          <a:ln w="8890">
            <a:solidFill>
              <a:srgbClr val="FE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waits -&gt; NoSuchElementException -- Selenium searches before JS loads element.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810512"/>
            <a:ext cx="2788920" cy="2926080"/>
          </a:xfrm>
          <a:prstGeom prst="roundRect">
            <a:avLst>
              <a:gd name="adj" fmla="val 3279"/>
            </a:avLst>
          </a:prstGeom>
          <a:solidFill>
            <a:srgbClr val="FFFBE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810512"/>
            <a:ext cx="278892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9019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time.sleep()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230428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wait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2606040" cy="1024128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26517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time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38912" y="284378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time.sleep(5)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37033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exactly 5 sec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recommended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18688" y="1810512"/>
            <a:ext cx="2788920" cy="2926080"/>
          </a:xfrm>
          <a:prstGeom prst="roundRect">
            <a:avLst>
              <a:gd name="adj" fmla="val 3279"/>
            </a:avLst>
          </a:prstGeom>
          <a:solidFill>
            <a:srgbClr val="EFF6FF"/>
          </a:solidFill>
          <a:ln w="10160">
            <a:solidFill>
              <a:srgbClr val="1D4E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18688" y="1810512"/>
            <a:ext cx="2788920" cy="73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6" name="Text 14"/>
          <p:cNvSpPr/>
          <p:nvPr/>
        </p:nvSpPr>
        <p:spPr>
          <a:xfrm>
            <a:off x="3310128" y="19019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Implicit Wait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310128" y="230428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wait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10128" y="2606040"/>
            <a:ext cx="2606040" cy="1024128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26517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driver.implicitly_wait(10)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10128" y="37033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up to 10 sec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element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63056" y="1810512"/>
            <a:ext cx="2788920" cy="2926080"/>
          </a:xfrm>
          <a:prstGeom prst="roundRect">
            <a:avLst>
              <a:gd name="adj" fmla="val 3279"/>
            </a:avLst>
          </a:prstGeom>
          <a:solidFill>
            <a:srgbClr val="ECFDF5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63056" y="1810512"/>
            <a:ext cx="278892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6254496" y="190195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Explicit Wait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254496" y="230428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54496" y="2606040"/>
            <a:ext cx="2606040" cy="1024128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6327648" y="26517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WebDriverWait(driver,10)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327648" y="284378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.until(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27648" y="303580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EC.presence_of_element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327648" y="322783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_located((By.TAG_NAME,'h1'))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27648" y="341985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54496" y="37033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ONLY until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appears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 vs  Selenium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3840480" cy="502920"/>
          </a:xfrm>
          <a:prstGeom prst="rect">
            <a:avLst/>
          </a:prstGeom>
          <a:solidFill>
            <a:srgbClr val="0A0E1A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0" y="1078992"/>
            <a:ext cx="2377440" cy="502920"/>
          </a:xfrm>
          <a:prstGeom prst="rect">
            <a:avLst/>
          </a:prstGeom>
          <a:solidFill>
            <a:srgbClr val="028090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0" y="114300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92240" y="1078992"/>
            <a:ext cx="2377440" cy="502920"/>
          </a:xfrm>
          <a:prstGeom prst="rect">
            <a:avLst/>
          </a:prstGeom>
          <a:solidFill>
            <a:srgbClr val="7C3AED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14300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627632"/>
            <a:ext cx="384048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9164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0" y="1627632"/>
            <a:ext cx="237744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6916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92240" y="1627632"/>
            <a:ext cx="237744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6916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176272"/>
            <a:ext cx="3840480" cy="50292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Browser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0" y="2176272"/>
            <a:ext cx="2377440" cy="50292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224028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92240" y="2176272"/>
            <a:ext cx="2377440" cy="50292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24028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2724912"/>
            <a:ext cx="384048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78892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JavaScript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114800" y="2724912"/>
            <a:ext cx="237744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278892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92240" y="2724912"/>
            <a:ext cx="237744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278892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74320" y="3273552"/>
            <a:ext cx="3840480" cy="50292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33756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Buttons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114800" y="3273552"/>
            <a:ext cx="2377440" cy="50292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0" y="333756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92240" y="3273552"/>
            <a:ext cx="2377440" cy="50292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333756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74320" y="3822192"/>
            <a:ext cx="384048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88620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Automation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114800" y="3822192"/>
            <a:ext cx="237744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0" y="388620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92240" y="3822192"/>
            <a:ext cx="237744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388620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74320" y="4370832"/>
            <a:ext cx="3840480" cy="50292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43484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Scroll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114800" y="4370832"/>
            <a:ext cx="2377440" cy="50292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06240" y="44348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92240" y="4370832"/>
            <a:ext cx="2377440" cy="50292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44348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74320" y="4919472"/>
            <a:ext cx="384048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98348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Websites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114800" y="4919472"/>
            <a:ext cx="237744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06240" y="498348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492240" y="4919472"/>
            <a:ext cx="2377440" cy="5029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0" y="498348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Overkill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274320" y="5468112"/>
            <a:ext cx="3840480" cy="50292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553212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Websites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114800" y="5468112"/>
            <a:ext cx="2377440" cy="50292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06240" y="553212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6492240" y="5468112"/>
            <a:ext cx="2377440" cy="50292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83680" y="553212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Methods  &amp;  Exceptions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2651760" cy="420624"/>
          </a:xfrm>
          <a:prstGeom prst="rect">
            <a:avLst/>
          </a:prstGeom>
          <a:solidFill>
            <a:srgbClr val="0A0E1A"/>
          </a:solidFill>
          <a:ln w="5080">
            <a:solidFill>
              <a:srgbClr val="D1FA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8328" y="11247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926080" y="1078992"/>
            <a:ext cx="2011680" cy="420624"/>
          </a:xfrm>
          <a:prstGeom prst="rect">
            <a:avLst/>
          </a:prstGeom>
          <a:solidFill>
            <a:srgbClr val="0A0E1A"/>
          </a:solidFill>
          <a:ln w="5080">
            <a:solidFill>
              <a:srgbClr val="D1FA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90088" y="11247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545336"/>
            <a:ext cx="265176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59105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driver.get(url)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26080" y="1545336"/>
            <a:ext cx="201168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D1FA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0088" y="159105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website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2651760" cy="420624"/>
          </a:xfrm>
          <a:prstGeom prst="rect">
            <a:avLst/>
          </a:prstGeom>
          <a:solidFill>
            <a:srgbClr val="F0FDF4"/>
          </a:solidFill>
          <a:ln w="5080">
            <a:solidFill>
              <a:srgbClr val="D1F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057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driver.title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26080" y="2011680"/>
            <a:ext cx="2011680" cy="420624"/>
          </a:xfrm>
          <a:prstGeom prst="rect">
            <a:avLst/>
          </a:prstGeom>
          <a:solidFill>
            <a:srgbClr val="F0FDF4"/>
          </a:solidFill>
          <a:ln w="508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0088" y="20574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title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478024"/>
            <a:ext cx="265176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D1FA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" y="252374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driver.current_url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26080" y="2478024"/>
            <a:ext cx="201168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D1FA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90088" y="252374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URL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944368"/>
            <a:ext cx="2651760" cy="420624"/>
          </a:xfrm>
          <a:prstGeom prst="rect">
            <a:avLst/>
          </a:prstGeom>
          <a:solidFill>
            <a:srgbClr val="F0FDF4"/>
          </a:solidFill>
          <a:ln w="508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" y="29900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driver.page_source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926080" y="2944368"/>
            <a:ext cx="2011680" cy="420624"/>
          </a:xfrm>
          <a:prstGeom prst="rect">
            <a:avLst/>
          </a:prstGeom>
          <a:solidFill>
            <a:srgbClr val="F0FDF4"/>
          </a:solidFill>
          <a:ln w="508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90088" y="29900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source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410712"/>
            <a:ext cx="265176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" y="34564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find_element()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926080" y="3410712"/>
            <a:ext cx="201168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90088" y="34564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element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877056"/>
            <a:ext cx="2651760" cy="420624"/>
          </a:xfrm>
          <a:prstGeom prst="rect">
            <a:avLst/>
          </a:prstGeom>
          <a:solidFill>
            <a:srgbClr val="F0FDF4"/>
          </a:solidFill>
          <a:ln w="5080">
            <a:solidFill>
              <a:srgbClr val="D1FA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" y="39227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find_elements()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926080" y="3877056"/>
            <a:ext cx="2011680" cy="420624"/>
          </a:xfrm>
          <a:prstGeom prst="rect">
            <a:avLst/>
          </a:prstGeom>
          <a:solidFill>
            <a:srgbClr val="F0FDF4"/>
          </a:solidFill>
          <a:ln w="5080">
            <a:solidFill>
              <a:srgbClr val="D1FA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90088" y="392277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many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343400"/>
            <a:ext cx="265176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" y="43891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element.text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926080" y="4343400"/>
            <a:ext cx="201168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90088" y="43891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text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809744"/>
            <a:ext cx="2651760" cy="420624"/>
          </a:xfrm>
          <a:prstGeom prst="rect">
            <a:avLst/>
          </a:prstGeom>
          <a:solidFill>
            <a:srgbClr val="F0FDF4"/>
          </a:solidFill>
          <a:ln w="5080">
            <a:solidFill>
              <a:srgbClr val="D1FA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" y="485546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element.click()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926080" y="4809744"/>
            <a:ext cx="2011680" cy="420624"/>
          </a:xfrm>
          <a:prstGeom prst="rect">
            <a:avLst/>
          </a:prstGeom>
          <a:solidFill>
            <a:srgbClr val="F0FDF4"/>
          </a:solidFill>
          <a:ln w="508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90088" y="485546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5276088"/>
            <a:ext cx="265176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D1FA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" y="53218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element.send_keys()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926080" y="5276088"/>
            <a:ext cx="201168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D1FA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90088" y="53218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text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5742432"/>
            <a:ext cx="2651760" cy="420624"/>
          </a:xfrm>
          <a:prstGeom prst="rect">
            <a:avLst/>
          </a:prstGeom>
          <a:solidFill>
            <a:srgbClr val="F0FDF4"/>
          </a:solidFill>
          <a:ln w="5080">
            <a:solidFill>
              <a:srgbClr val="D1FA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8328" y="57881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driver.quit()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926080" y="5742432"/>
            <a:ext cx="2011680" cy="420624"/>
          </a:xfrm>
          <a:prstGeom prst="rect">
            <a:avLst/>
          </a:prstGeom>
          <a:solidFill>
            <a:srgbClr val="F0FDF4"/>
          </a:solidFill>
          <a:ln w="5080">
            <a:solidFill>
              <a:srgbClr val="D1FA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90088" y="57881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browser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074920" y="1078992"/>
            <a:ext cx="2743200" cy="566928"/>
          </a:xfrm>
          <a:prstGeom prst="rect">
            <a:avLst/>
          </a:prstGeom>
          <a:solidFill>
            <a:srgbClr val="DC2626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38928" y="1152144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818120" y="1078992"/>
            <a:ext cx="1280160" cy="566928"/>
          </a:xfrm>
          <a:prstGeom prst="rect">
            <a:avLst/>
          </a:prstGeom>
          <a:solidFill>
            <a:srgbClr val="DC2626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82128" y="1152144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074920" y="1728216"/>
            <a:ext cx="274320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38928" y="180136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NoSuchElementException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818120" y="1728216"/>
            <a:ext cx="128016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82128" y="1801368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not found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074920" y="2377440"/>
            <a:ext cx="2743200" cy="566928"/>
          </a:xfrm>
          <a:prstGeom prst="rect">
            <a:avLst/>
          </a:prstGeom>
          <a:solidFill>
            <a:srgbClr val="FFF1F2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38928" y="2450592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TimeoutException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818120" y="2377440"/>
            <a:ext cx="1280160" cy="566928"/>
          </a:xfrm>
          <a:prstGeom prst="rect">
            <a:avLst/>
          </a:prstGeom>
          <a:solidFill>
            <a:srgbClr val="FFF1F2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882128" y="2450592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exceeded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074920" y="3026664"/>
            <a:ext cx="274320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38928" y="3099816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ElementNotInteractable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818120" y="3026664"/>
            <a:ext cx="128016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82128" y="3099816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click/type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074920" y="3675888"/>
            <a:ext cx="2743200" cy="566928"/>
          </a:xfrm>
          <a:prstGeom prst="rect">
            <a:avLst/>
          </a:prstGeom>
          <a:solidFill>
            <a:srgbClr val="FFF1F2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138928" y="374904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StaleElementReference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818120" y="3675888"/>
            <a:ext cx="1280160" cy="566928"/>
          </a:xfrm>
          <a:prstGeom prst="rect">
            <a:avLst/>
          </a:prstGeom>
          <a:solidFill>
            <a:srgbClr val="FFF1F2"/>
          </a:solidFill>
          <a:ln w="5080">
            <a:solidFill>
              <a:srgbClr val="FECAC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882128" y="374904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refreshed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1353312" cy="1463040"/>
          </a:xfrm>
          <a:prstGeom prst="roundRect">
            <a:avLst>
              <a:gd name="adj" fmla="val 6757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24128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536192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Browser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73352" y="1463040"/>
            <a:ext cx="109728" cy="32004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01368" y="960120"/>
            <a:ext cx="1353312" cy="1463040"/>
          </a:xfrm>
          <a:prstGeom prst="roundRect">
            <a:avLst>
              <a:gd name="adj" fmla="val 6757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1801368" y="1024128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47088" y="1536192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Website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463040"/>
            <a:ext cx="109728" cy="32004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82696" y="960120"/>
            <a:ext cx="1353312" cy="1463040"/>
          </a:xfrm>
          <a:prstGeom prst="roundRect">
            <a:avLst>
              <a:gd name="adj" fmla="val 6757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282696" y="1024128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28416" y="1536192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Page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36008" y="1463040"/>
            <a:ext cx="109728" cy="32004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64024" y="960120"/>
            <a:ext cx="1353312" cy="1463040"/>
          </a:xfrm>
          <a:prstGeom prst="roundRect">
            <a:avLst>
              <a:gd name="adj" fmla="val 6757"/>
            </a:avLst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4764024" y="1024128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09744" y="1536192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Elements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17336" y="1463040"/>
            <a:ext cx="109728" cy="32004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45352" y="960120"/>
            <a:ext cx="1353312" cy="1463040"/>
          </a:xfrm>
          <a:prstGeom prst="roundRect">
            <a:avLst>
              <a:gd name="adj" fmla="val 6757"/>
            </a:avLst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6245352" y="1024128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91072" y="1536192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Data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98664" y="1463040"/>
            <a:ext cx="109728" cy="32004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26680" y="960120"/>
            <a:ext cx="1353312" cy="1463040"/>
          </a:xfrm>
          <a:prstGeom prst="roundRect">
            <a:avLst>
              <a:gd name="adj" fmla="val 6757"/>
            </a:avLst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7726680" y="1024128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772400" y="1536192"/>
            <a:ext cx="1261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Browser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2606040"/>
            <a:ext cx="8412480" cy="420624"/>
          </a:xfrm>
          <a:prstGeom prst="roundRect">
            <a:avLst>
              <a:gd name="adj" fmla="val 1304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266090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920240" y="2660904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has data -&gt; use requests + BS4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090672"/>
            <a:ext cx="8412480" cy="420624"/>
          </a:xfrm>
          <a:prstGeom prst="roundRect">
            <a:avLst>
              <a:gd name="adj" fmla="val 1304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14553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920240" y="3145536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loads data -&gt; use Selenium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575304"/>
            <a:ext cx="8412480" cy="420624"/>
          </a:xfrm>
          <a:prstGeom prst="roundRect">
            <a:avLst>
              <a:gd name="adj" fmla="val 1304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363016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WebDriver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920240" y="3630168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Bridge: Python -&gt; Selenium -&gt; Browser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4059936"/>
            <a:ext cx="8412480" cy="420624"/>
          </a:xfrm>
          <a:prstGeom prst="roundRect">
            <a:avLst>
              <a:gd name="adj" fmla="val 1304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411480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920240" y="4114800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find_element("id","x")  /  find_elements()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4544568"/>
            <a:ext cx="8412480" cy="420624"/>
          </a:xfrm>
          <a:prstGeom prst="roundRect">
            <a:avLst>
              <a:gd name="adj" fmla="val 1304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45994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920240" y="4599432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Wait = Best Practice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5029200"/>
            <a:ext cx="8412480" cy="420624"/>
          </a:xfrm>
          <a:prstGeom prst="roundRect">
            <a:avLst>
              <a:gd name="adj" fmla="val 13043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" y="508406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920240" y="5084064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click()  send_keys()  text  get_attribute()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2026-07-04T00:44:10Z</dcterms:created>
  <dcterms:modified xsi:type="dcterms:W3CDTF">2026-07-04T00:44:10Z</dcterms:modified>
</cp:coreProperties>
</file>